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№5 · ООП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Вариантность типов: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co-, contra- и invariant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3977640"/>
            <a:ext cx="1005840" cy="0"/>
          </a:xfrm>
          <a:prstGeom prst="line">
            <a:avLst/>
          </a:prstGeom>
          <a:noFill/>
          <a:ln w="31750">
            <a:solidFill>
              <a:srgbClr val="4EC9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List[Dog] — не то же самое, что List[Animal],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как об этом договориться с typing и mypy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86600" y="1005840"/>
            <a:ext cx="4572000" cy="4846320"/>
          </a:xfrm>
          <a:prstGeom prst="roundRect">
            <a:avLst>
              <a:gd name="adj" fmla="val 2000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86600" y="1005840"/>
            <a:ext cx="4572000" cy="292608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/>
        </p:spPr>
      </p:sp>
      <p:sp>
        <p:nvSpPr>
          <p:cNvPr id="8" name="Shape 6"/>
          <p:cNvSpPr/>
          <p:nvPr/>
        </p:nvSpPr>
        <p:spPr>
          <a:xfrm>
            <a:off x="7086600" y="1152144"/>
            <a:ext cx="4572000" cy="146304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9" name="Shape 7"/>
          <p:cNvSpPr/>
          <p:nvPr/>
        </p:nvSpPr>
        <p:spPr>
          <a:xfrm>
            <a:off x="7214616" y="1115568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7397496" y="1115568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7580376" y="1115568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variance.py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06056" y="1389888"/>
            <a:ext cx="4133088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typing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TypeVar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TypeVar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"T_co"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covariant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_item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"Animal"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OK — Box ковариантен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 ВСПОМНИМ И ЧТО СЕГОДНЯ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ABC → к системе типов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9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Было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Наследование, super(), дерево классов и MRO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Абстрактные классы: ABC, @abstractmethod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«Каждый наследник обязан уметь X»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2D2D42"/>
          </a:solidFill>
          <a:ln w="15875">
            <a:solidFill>
              <a:srgbClr val="4EC9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List[Dog] ≠ подтип List[Animal]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Инвариантность — поведение по умолчанию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Ковариантность — для «только читаем»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Контравариантность — для «только принимаем»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объявить это через TypeVar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вообще это проверяет (mypy, не Python)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ВООБЩЕ БЕРЁТСЯ ВОПРОС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List[Dog] — не List[Animal]?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292608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37944"/>
            <a:ext cx="6309360" cy="146304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801368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801368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801368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91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problem.py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075688"/>
            <a:ext cx="587044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add_cat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()]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add_cat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mypy: ОШИБКА, и это к лучшему!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если бы разрешили — в списке dogs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оказался бы Cat. Тип list[Dog]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был бы нарушен изнутри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8308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— подтип Animal (наследник), это мы уже знаем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list[Dog] быть подтипом list[Animal] — уже не так безопасно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бы это разрешили, можно было бы «подсунуть» list[Dog] туда, где ждут list[Animal], и незаметно положить туда Cat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поэтому list в Python — инвариантен: list[Dog] и list[Animal] считаются несовместимыми типами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 ПО УМОЛЧАНИЮ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Инвариантность: и читаем, и пишем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292608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37944"/>
            <a:ext cx="6309360" cy="146304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801368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801368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801368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91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box.py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075688"/>
            <a:ext cx="587044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typing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TypeVar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TypeVar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инвариантен по умолчанию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вот эта запись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dog_box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animal_box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dog_box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mypy: ОШИБКА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8308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TypeVar("T") без флагов — инвариантный тип, это поведение по умолчанию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только в классе появляется метод, который ПРИНИМАЕТ T (например set), делать его ко- или контравариантным становится небезопасно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если тип и читается, и записывается — он должен быть инвариантным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dict, set в Python — все инвариантны именно по этой причине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ЧИТАЕМ — МОЖНО РАССЛАБИТЬСЯ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Ковариантность: Dog вместо Animal — 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292608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37944"/>
            <a:ext cx="6309360" cy="146304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801368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801368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801368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91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readonly_box.py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075688"/>
            <a:ext cx="587044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typing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TypeVar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TypeVar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"T_co"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covariant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только отдаём наружу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_item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ReadOnlyBox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OK!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8308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covariant=True — потому что класс только ОТДАЁТ T наружу (get), никогда не принимает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мы ничего не кладём внутрь, подсунуть Cat туда невозможно по конструкции — значит, это безопасно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стандартной библиотеке так устроены Sequence, Tuple, Iterable, FrozenSet — все «только для чтения» контейнеры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по-русски не случайно: ко-вариантность — «меняется в ту же сторону», что и подтип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ПРИНИМАЕМ — НАОБОРОТ!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Контравариантность: шире значит лучше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292608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37944"/>
            <a:ext cx="6309360" cy="146304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801368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801368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801368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91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handler.py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075688"/>
            <a:ext cx="587044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typing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TypeVar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T_contra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TypeVar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"T_contra"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contravariant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T_contra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T_contra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только принимаем, не возвращаем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AnimalHandler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"Обработал {item}"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AnimalHandler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OK!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8308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AnimalHandler умеет обрабатывать ЛЮБОЕ животное — значит, он точно справится и с Dog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Handler[Animal] можно использовать там, где ожидается Handler[Dog] — это и есть контравариантность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обратное: чем «шире» тип параметра, тем более универсален обработчик</a:t>
            </a:r>
            <a:endParaRPr lang="en-US" sz="12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работают типы аргументов в Callable — функция, принимающая Animal, подходит туда, где ждут функцию, принимающую Dog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ПРОСТОЕ ПРАВИЛО ЗАПОМНИТЬ ВСЁ СРАЗУ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 / Consumer: кто отдаёт, кто принимает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8820" y="2103120"/>
            <a:ext cx="822960" cy="82296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6" name="Image 0" descr="equ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Инвариантность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читаю, и пишу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90448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Box[T] с get() и set(). Типы должны совпадать ровно — никакой свободы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178308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83580" y="2103120"/>
            <a:ext cx="822960" cy="82296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12" name="Image 1" descr="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604" y="22951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Ковариантность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3520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читаю (producer)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63440" y="390448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ReadOnlyBox[T_co] — только get(). Можно подставить более конкретный тип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178308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78340" y="2103120"/>
            <a:ext cx="822960" cy="82296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18" name="Image 2" descr="in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64" y="22951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Контравариантность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66760" y="3520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принимаю (consumer)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58200" y="390448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Handler[T_contra] — только handle(). Можно подставить более общий тип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715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Мнемоника (по мотивам PECS из Java): Producer → covariant (extends), Consumer → contravariant (super)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класс и producer, и consumer одновременно — только инвариантность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ОГОВОРКА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это не проверяет — а mypy проверяет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292608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37944"/>
            <a:ext cx="6309360" cy="146304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801368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801368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801368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691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runtime.py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075688"/>
            <a:ext cx="5870448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dog_box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animal_box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dog_box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эта строка спокойно ВЫПОЛНИТСЯ,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не хранит T_co/T_contra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во время выполнения программы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 ничего не проверяет сам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ошибку покажет только статический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анализатор типов: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 mypy box.py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error: Incompatible types in assignment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8308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Аннотации типов в Python — это подсказки, а не runtime-проверки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Вариантность работает только на этапе статического анализа — mypy, pyright, IDE-подсказки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вы не используете type checker в проекте — вся эта система просто не сработает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 не менее, даже без mypy эти понятия помогают проектировать более безопасные и понятные интерфейсы классов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и переход к практике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pic>
        <p:nvPicPr>
          <p:cNvPr id="5" name="Image 1" descr="equ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39112"/>
            <a:ext cx="420624" cy="4206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184708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Инвариантность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480560" y="1847088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TypeVar("T") по умолчанию — типы должны совпадать точно, если класс и читает, и пишет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2944368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pic>
        <p:nvPicPr>
          <p:cNvPr id="9" name="Image 2" descr="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420624" cy="4206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8760" y="305409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Ковариантность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4480560" y="3054096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covariant=True — для типов, которые только отдают значения наружу (producer)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4151376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pic>
        <p:nvPicPr>
          <p:cNvPr id="13" name="Image 3" descr="in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53128"/>
            <a:ext cx="420624" cy="4206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26110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Контравариантность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480560" y="4261104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contravariant=True — для типов, которые только принимают значения (consumer)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358384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pic>
        <p:nvPicPr>
          <p:cNvPr id="17" name="Image 4" descr="magnifi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660136"/>
            <a:ext cx="420624" cy="4206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08760" y="546811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Проверяется статически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480560" y="5468112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не проверяет это в рантайме — нужен mypy или другой type checker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2026-09-23T21:22:55Z</dcterms:created>
  <dcterms:modified xsi:type="dcterms:W3CDTF">2026-09-23T21:22:55Z</dcterms:modified>
</cp:coreProperties>
</file>